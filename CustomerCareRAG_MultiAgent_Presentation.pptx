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CustomerCareRAG – Multi-Agent Conversational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Case: Enterprise Customer Care / Policy Assistance</a:t>
            </a:r>
          </a:p>
          <a:p>
            <a:pPr lvl="1"/>
            <a:r>
              <a:t>Framework: LangGraph</a:t>
            </a:r>
          </a:p>
          <a:p>
            <a:pPr lvl="1"/>
            <a:r>
              <a:t>LLM: Groq (Single Shared Instance)</a:t>
            </a:r>
          </a:p>
          <a:p>
            <a:pPr lvl="1"/>
            <a:r>
              <a:t>Vector Store: FAISS</a:t>
            </a:r>
          </a:p>
          <a:p>
            <a:pPr lvl="1"/>
            <a:r>
              <a:t>Embeddings: sentence-transformers/all-MiniLM-L6-v2</a:t>
            </a:r>
          </a:p>
          <a:p>
            <a:pPr lvl="1"/>
            <a:r>
              <a:t>UI: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customer/employee policy query resolution</a:t>
            </a:r>
          </a:p>
          <a:p>
            <a:pPr lvl="1"/>
            <a:r>
              <a:t>Handles multi-document policy questions</a:t>
            </a:r>
          </a:p>
          <a:p>
            <a:pPr lvl="1"/>
            <a:r>
              <a:t>Reduces manual support workload</a:t>
            </a:r>
          </a:p>
          <a:p>
            <a:pPr lvl="1"/>
            <a:r>
              <a:t>Ensures policy-grounded responses using RAG</a:t>
            </a:r>
          </a:p>
          <a:p>
            <a:pPr lvl="1"/>
            <a:r>
              <a:t>Multi-agent routing for structured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 submitted via Streamlit</a:t>
            </a:r>
          </a:p>
          <a:p>
            <a:pPr lvl="1"/>
            <a:r>
              <a:t>LangGraph initializes shared state</a:t>
            </a:r>
          </a:p>
          <a:p>
            <a:pPr lvl="1"/>
            <a:r>
              <a:t>Routing logic determines query path</a:t>
            </a:r>
          </a:p>
          <a:p>
            <a:pPr lvl="1"/>
            <a:r>
              <a:t>RAG retrieval performed when required</a:t>
            </a:r>
          </a:p>
          <a:p>
            <a:pPr lvl="1"/>
            <a:r>
              <a:t>LLM generates grounded response</a:t>
            </a:r>
          </a:p>
          <a:p>
            <a:pPr lvl="1"/>
            <a:r>
              <a:t>Final response returned to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Components (From Implementation)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Routing Node (intent handling)</a:t>
            </a:r>
          </a:p>
          <a:p>
            <a:pPr lvl="1"/>
            <a:r>
              <a:t>RAG Node (document retrieval + response generation)</a:t>
            </a:r>
          </a:p>
          <a:p>
            <a:pPr lvl="1"/>
            <a:r>
              <a:t>Tool Node (restricted action execution if defined)</a:t>
            </a:r>
          </a:p>
          <a:p>
            <a:pPr lvl="1"/>
            <a:r>
              <a:t>Final Response Node</a:t>
            </a:r>
          </a:p>
          <a:p>
            <a:pPr lvl="1"/>
            <a:r>
              <a:t>All nodes share same Groq LLM instance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Inter-Agent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state object (state.py)</a:t>
            </a:r>
          </a:p>
          <a:p>
            <a:pPr lvl="1"/>
            <a:r>
              <a:t>State carries: messages, retrieved_docs, metadata</a:t>
            </a:r>
          </a:p>
          <a:p>
            <a:pPr lvl="1"/>
            <a:r>
              <a:t>Nodes update state sequentially</a:t>
            </a:r>
          </a:p>
          <a:p>
            <a:pPr lvl="1"/>
            <a:r>
              <a:t>Conditional edges control graph transitions</a:t>
            </a:r>
          </a:p>
          <a:p>
            <a:pPr lvl="1"/>
            <a:r>
              <a:t>Deterministic execution via LangGraph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defined in agent/tools.py</a:t>
            </a:r>
          </a:p>
          <a:p>
            <a:pPr lvl="1"/>
            <a:r>
              <a:t>Tool access restricted to specific node</a:t>
            </a:r>
          </a:p>
          <a:p>
            <a:pPr lvl="1"/>
            <a:r>
              <a:t>No global tool access</a:t>
            </a:r>
          </a:p>
          <a:p>
            <a:pPr lvl="1"/>
            <a:r>
              <a:t>Prevents unintended execution</a:t>
            </a:r>
          </a:p>
          <a:p>
            <a:pPr lvl="1"/>
            <a:r>
              <a:t>Ensures controlled action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loaded from docs/ directory</a:t>
            </a:r>
          </a:p>
          <a:p>
            <a:pPr lvl="1"/>
            <a:r>
              <a:t>Text chunking during loading</a:t>
            </a:r>
          </a:p>
          <a:p>
            <a:pPr lvl="1"/>
            <a:r>
              <a:t>Embeddings: all-MiniLM-L6-v2</a:t>
            </a:r>
          </a:p>
          <a:p>
            <a:pPr lvl="1"/>
            <a:r>
              <a:t>FAISS local vector store</a:t>
            </a:r>
          </a:p>
          <a:p>
            <a:pPr lvl="1"/>
            <a:r>
              <a:t>Similarity-based retrieval</a:t>
            </a:r>
          </a:p>
          <a:p>
            <a:pPr lvl="1"/>
            <a:r>
              <a:t>Retrieved chunks injected into LLM prompt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Workflow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defined in agent/graph.py</a:t>
            </a:r>
          </a:p>
          <a:p>
            <a:pPr lvl="1"/>
            <a:r>
              <a:t>Explicit node definitions</a:t>
            </a:r>
          </a:p>
          <a:p>
            <a:pPr lvl="1"/>
            <a:r>
              <a:t>Conditional routing logic</a:t>
            </a:r>
          </a:p>
          <a:p>
            <a:pPr lvl="1"/>
            <a:r>
              <a:t>Single shared Groq LLM across nodes</a:t>
            </a:r>
          </a:p>
          <a:p>
            <a:pPr lvl="1"/>
            <a:r>
              <a:t>No autonomous agent spawning</a:t>
            </a:r>
          </a:p>
          <a:p>
            <a:pPr lvl="1"/>
            <a:r>
              <a:t>Structured graph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UI Showcase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interface (app.py)</a:t>
            </a:r>
          </a:p>
          <a:p>
            <a:pPr lvl="1"/>
            <a:r>
              <a:t>User input box</a:t>
            </a:r>
          </a:p>
          <a:p>
            <a:pPr lvl="1"/>
            <a:r>
              <a:t>Response rendering in chat format</a:t>
            </a:r>
          </a:p>
          <a:p>
            <a:pPr lvl="1"/>
            <a:r>
              <a:t>Local execution for testing</a:t>
            </a:r>
          </a:p>
          <a:p>
            <a:pPr lvl="1"/>
            <a:r>
              <a:t>Demonstrates end-to-end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graph-based design</a:t>
            </a:r>
          </a:p>
          <a:p>
            <a:pPr lvl="1"/>
            <a:r>
              <a:t>Clear separation of retrieval and generation</a:t>
            </a:r>
          </a:p>
          <a:p>
            <a:pPr lvl="1"/>
            <a:r>
              <a:t>Reduced hallucination via RAG grounding</a:t>
            </a:r>
          </a:p>
          <a:p>
            <a:pPr lvl="1"/>
            <a:r>
              <a:t>Controlled execution using LangGraph</a:t>
            </a:r>
          </a:p>
          <a:p>
            <a:pPr lvl="1"/>
            <a:r>
              <a:t>Cost-efficient single LLM usage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routing not ML-classifier based</a:t>
            </a:r>
          </a:p>
          <a:p>
            <a:pPr lvl="1"/>
            <a:r>
              <a:t>Keyword-based or rule-driven routing edge cases</a:t>
            </a:r>
          </a:p>
          <a:p>
            <a:pPr lvl="1"/>
            <a:r>
              <a:t>No long-term conversation memory persistence</a:t>
            </a:r>
          </a:p>
          <a:p>
            <a:pPr lvl="1"/>
            <a:r>
              <a:t>Local FAISS not scalable</a:t>
            </a:r>
          </a:p>
          <a:p>
            <a:pPr lvl="1"/>
            <a:r>
              <a:t>Single shared LLM limits specialization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trained intent classifier</a:t>
            </a:r>
          </a:p>
          <a:p>
            <a:pPr lvl="1"/>
            <a:r>
              <a:t>Persistent memory integration</a:t>
            </a:r>
          </a:p>
          <a:p>
            <a:pPr lvl="1"/>
            <a:r>
              <a:t>Human-in-the-loop validation</a:t>
            </a:r>
          </a:p>
          <a:p>
            <a:pPr lvl="1"/>
            <a:r>
              <a:t>Production-grade vector database</a:t>
            </a:r>
          </a:p>
          <a:p>
            <a:pPr lvl="1"/>
            <a:r>
              <a:t>Role-based multi-LLM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