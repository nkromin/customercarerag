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Testing &amp; Demo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b="1" sz="2000">
                <a:solidFill>
                  <a:srgbClr val="1F497D"/>
                </a:solidFill>
              </a:defRPr>
            </a:pPr>
            <a:r>
              <a:t>Run with Streamlit UI and ask:</a:t>
            </a:r>
          </a:p>
          <a:p>
            <a:pPr lvl="1" algn="l">
              <a:defRPr sz="1600"/>
            </a:pPr>
            <a:r>
              <a:t>"What is sick leave policy?"</a:t>
            </a:r>
          </a:p>
          <a:p>
            <a:pPr lvl="1" algn="l">
              <a:defRPr sz="1600"/>
            </a:pPr>
            <a:r>
              <a:t>"Can I take leave for sinus infection?"</a:t>
            </a:r>
          </a:p>
          <a:p>
            <a:pPr lvl="1" algn="l">
              <a:defRPr sz="1600"/>
            </a:pPr>
            <a:r>
              <a:t>"Create a ticket for laptop issue"</a:t>
            </a:r>
          </a:p>
          <a:p>
            <a:pPr lvl="1" algn="l">
              <a:defRPr sz="1600"/>
            </a:pPr>
            <a:r>
              <a:t>"Check my leave balance"</a:t>
            </a:r>
          </a:p>
          <a:p>
            <a:pPr algn="l">
              <a:spcBef>
                <a:spcPts val="600"/>
              </a:spcBef>
              <a:defRPr b="1" sz="2000">
                <a:solidFill>
                  <a:srgbClr val="1F497D"/>
                </a:solidFill>
              </a:defRPr>
            </a:pPr>
            <a:r>
              <a:t>Validate:</a:t>
            </a:r>
          </a:p>
          <a:p>
            <a:pPr lvl="1" algn="l">
              <a:defRPr sz="1600"/>
            </a:pPr>
            <a:r>
              <a:t>Correct routing (retrieve / tool / general)</a:t>
            </a:r>
          </a:p>
          <a:p>
            <a:pPr lvl="1" algn="l">
              <a:defRPr sz="1600"/>
            </a:pPr>
            <a:r>
              <a:t>Policy-grounded responses</a:t>
            </a:r>
          </a:p>
          <a:p>
            <a:pPr lvl="1" algn="l">
              <a:defRPr sz="1600"/>
            </a:pPr>
            <a:r>
              <a:t>Tool execution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b="1" sz="2000">
                <a:solidFill>
                  <a:srgbClr val="1F497D"/>
                </a:solidFill>
              </a:defRPr>
            </a:pPr>
            <a:r>
              <a:t>Benefits</a:t>
            </a:r>
          </a:p>
          <a:p>
            <a:pPr lvl="1" algn="l">
              <a:defRPr sz="1600"/>
            </a:pPr>
            <a:r>
              <a:t>Faster HR query handling</a:t>
            </a:r>
          </a:p>
          <a:p>
            <a:pPr lvl="1" algn="l">
              <a:defRPr sz="1600"/>
            </a:pPr>
            <a:r>
              <a:t>Better employee self-service</a:t>
            </a:r>
          </a:p>
          <a:p>
            <a:pPr lvl="1" algn="l">
              <a:defRPr sz="1600"/>
            </a:pPr>
            <a:r>
              <a:t>Consistent policy interpretation</a:t>
            </a:r>
          </a:p>
          <a:p>
            <a:pPr lvl="1" algn="l">
              <a:defRPr sz="1600"/>
            </a:pPr>
            <a:r>
              <a:t>Extensible tool-based operations</a:t>
            </a:r>
          </a:p>
          <a:p>
            <a:pPr algn="l">
              <a:spcBef>
                <a:spcPts val="600"/>
              </a:spcBef>
              <a:defRPr b="1" sz="2000">
                <a:solidFill>
                  <a:srgbClr val="1F497D"/>
                </a:solidFill>
              </a:defRPr>
            </a:pPr>
            <a:r>
              <a:t>Future Enhancements</a:t>
            </a:r>
          </a:p>
          <a:p>
            <a:pPr lvl="1" algn="l">
              <a:defRPr sz="1600"/>
            </a:pPr>
            <a:r>
              <a:t>Real HRMS API integration</a:t>
            </a:r>
          </a:p>
          <a:p>
            <a:pPr lvl="1" algn="l">
              <a:defRPr sz="1600"/>
            </a:pPr>
            <a:r>
              <a:t>Authentication + role-based answers</a:t>
            </a:r>
          </a:p>
          <a:p>
            <a:pPr lvl="1" algn="l">
              <a:defRPr sz="1600"/>
            </a:pPr>
            <a:r>
              <a:t>Observability dashboards</a:t>
            </a:r>
          </a:p>
          <a:p>
            <a:pPr lvl="1" algn="l">
              <a:defRPr sz="1600"/>
            </a:pPr>
            <a:r>
              <a:t>Source citations per response</a:t>
            </a:r>
          </a:p>
          <a:p>
            <a:pPr lvl="1" algn="l">
              <a:defRPr sz="1600"/>
            </a:pPr>
            <a:r>
              <a:t>Production deployment and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